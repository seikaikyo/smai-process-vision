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9" Type="http://schemas.openxmlformats.org/officeDocument/2006/relationships/viewProps" Target="viewProps.xml" /><Relationship Id="rId3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1" Type="http://schemas.openxmlformats.org/officeDocument/2006/relationships/tableStyles" Target="tableStyles.xml" /><Relationship Id="rId4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製程視覺 AI 分析系統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整合提案簡報</a:t>
            </a:r>
            <a:br/>
            <a:br/>
            <a:r>
              <a:rPr/>
              <a:t>再生廠智慧製造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2024-01-15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專案概述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專案目標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建置 </a:t>
            </a:r>
            <a:r>
              <a:rPr b="1"/>
              <a:t>製程視覺 AI 分析系統</a:t>
            </a:r>
          </a:p>
          <a:p>
            <a:pPr lvl="0"/>
            <a:r>
              <a:rPr/>
              <a:t>即時影像 AI 推論（邊緣運算）</a:t>
            </a:r>
          </a:p>
          <a:p>
            <a:pPr lvl="0"/>
            <a:r>
              <a:rPr/>
              <a:t>製程動作自動拆解</a:t>
            </a:r>
          </a:p>
          <a:p>
            <a:pPr lvl="0"/>
            <a:r>
              <a:rPr/>
              <a:t>週期時間分析與統計學習</a:t>
            </a:r>
          </a:p>
          <a:p>
            <a:pPr lvl="0"/>
            <a:r>
              <a:rPr/>
              <a:t>與 WISE-IoTSuite 整合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現況痛點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痛點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影響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人工秒錶計時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每週 8 小時人力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數據準確度低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人為誤差 15%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無法即時監控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異常發現延遲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數據孤島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難以整合分析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系統架構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整體架構</a:t>
            </a:r>
          </a:p>
        </p:txBody>
      </p:sp>
      <p:pic>
        <p:nvPicPr>
          <p:cNvPr descr="diagrams/01-system-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89200" y="1193800"/>
            <a:ext cx="415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系統架構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架構說明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層級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組件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功能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現場層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IPCam × 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影像擷取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邊緣層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VisionAI Edge × 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即時 AI 推論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平台層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WISE-IoTSuite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數據整合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應用層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 + Process Vision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分析報表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資料流設計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三種資料流程</a:t>
            </a:r>
          </a:p>
        </p:txBody>
      </p:sp>
      <p:pic>
        <p:nvPicPr>
          <p:cNvPr descr="diagrams/02-data-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71900" y="1193800"/>
            <a:ext cx="1600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資料流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資料流說明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流程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說明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延遲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即時分析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Edge → MQTT → IoTSuite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100ms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批次分析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錄影檔 → Mac → 結果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3-10x 實時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學習統計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DataInsight → 主題 DB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批次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WISE-IoTSuite 整合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整合架構</a:t>
            </a:r>
          </a:p>
        </p:txBody>
      </p:sp>
      <p:pic>
        <p:nvPicPr>
          <p:cNvPr descr="diagrams/03-integration-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29000" y="1193800"/>
            <a:ext cx="2286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整合架構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DataInsight 價值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沒有 DataInsight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有 DataInsight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ETL 開發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自行開發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低代碼配置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數據查詢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各系統分散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統一 SQL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維護成本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研華維護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建議：加購 DataInsight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VisionAI Edge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邊緣處理架構</a:t>
            </a:r>
          </a:p>
        </p:txBody>
      </p:sp>
      <p:pic>
        <p:nvPicPr>
          <p:cNvPr descr="diagrams/04-edge-detai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87700" y="1193800"/>
            <a:ext cx="2781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Edge 架構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Edge 設備規格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型號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處理能力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適用場景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單價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MIC-730AI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6-8 路 1080p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關鍵工站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NT$150,000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MIC-720AI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3-4 路 1080p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一般工站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NT$80,000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分析流程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製程分析流程</a:t>
            </a:r>
          </a:p>
        </p:txBody>
      </p:sp>
      <p:pic>
        <p:nvPicPr>
          <p:cNvPr descr="diagrams/05-analysis-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311400"/>
            <a:ext cx="8229600" cy="63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分析流程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分析功能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自動分段</a:t>
            </a:r>
            <a:r>
              <a:rPr/>
              <a:t>：AI 識別取料/組裝/檢查等</a:t>
            </a:r>
          </a:p>
          <a:p>
            <a:pPr lvl="0"/>
            <a:r>
              <a:rPr b="1"/>
              <a:t>時間軸編輯</a:t>
            </a:r>
            <a:r>
              <a:rPr/>
              <a:t>：拖拉調整分段邊界</a:t>
            </a:r>
          </a:p>
          <a:p>
            <a:pPr lvl="0"/>
            <a:r>
              <a:rPr b="1"/>
              <a:t>學習統計</a:t>
            </a:r>
            <a:r>
              <a:rPr/>
              <a:t>：平均值、標準差、趨勢</a:t>
            </a:r>
          </a:p>
          <a:p>
            <a:pPr lvl="0"/>
            <a:r>
              <a:rPr b="1"/>
              <a:t>改善建議</a:t>
            </a:r>
            <a:r>
              <a:rPr/>
              <a:t>：自動建議標準時間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硬體選型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設備比較</a:t>
            </a:r>
          </a:p>
        </p:txBody>
      </p:sp>
      <p:pic>
        <p:nvPicPr>
          <p:cNvPr descr="diagrams/06-hardware-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20800"/>
            <a:ext cx="8229600" cy="2628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硬體比較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推薦配置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規格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數量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金額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MIC-730AI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AGX Xavier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NT$300,000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MIC-720AI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Xavier NX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NT$320,000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 Studio M2 Max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NT$100,000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周邊設備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交換機/NAS/UPS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NT$75,000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合計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NT$795,000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成本效益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投資與效益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金額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投資成本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NT$795,000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年度效益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NT$1,700,000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投資回收期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5.6 個月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 年 ROI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542%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效益細項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效益項目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年度金額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人力成本節省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NT$900,000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品質成本降低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NT$300,000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效率提升產值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NT$500,000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合計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NT$1,700,000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實施時程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 週實施計畫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週次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工作項目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W1-2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採購、網路規劃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W3-4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 伺服器建置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W5-6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Edge 安裝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 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W7-8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 整合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 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W9-10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測試驗證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 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W11-12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上線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POC 驗證結果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技術驗證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驗證項目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結果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Edge 即時推論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通過 (&lt; 50ms)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 批次分析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通過 (10x 實時)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IoTSuite 整合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通過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分段識別準確率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△ 85% (目標 90%)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結論：技術可行，建議進入正式專案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決策建議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待決策事項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編號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建議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是否加購 DataInsight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建議加購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是否分期採購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建議分期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預算核准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請核准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下一步行動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本週</a:t>
            </a:r>
            <a:r>
              <a:rPr/>
              <a:t>：POC 報告簽核</a:t>
            </a:r>
          </a:p>
          <a:p>
            <a:pPr lvl="0" indent="-342900" marL="342900">
              <a:buAutoNum type="arabicPeriod"/>
            </a:pPr>
            <a:r>
              <a:rPr b="1"/>
              <a:t>2 週內</a:t>
            </a:r>
            <a:r>
              <a:rPr/>
              <a:t>：預算核准</a:t>
            </a:r>
          </a:p>
          <a:p>
            <a:pPr lvl="0" indent="-342900" marL="342900">
              <a:buAutoNum type="arabicPeriod"/>
            </a:pPr>
            <a:r>
              <a:rPr b="1"/>
              <a:t>3 週內</a:t>
            </a:r>
            <a:r>
              <a:rPr/>
              <a:t>：採購申請</a:t>
            </a:r>
          </a:p>
          <a:p>
            <a:pPr lvl="0" indent="-342900" marL="342900">
              <a:buAutoNum type="arabicPeriod"/>
            </a:pPr>
            <a:r>
              <a:rPr b="1"/>
              <a:t>Q2</a:t>
            </a:r>
            <a:r>
              <a:rPr/>
              <a:t>：系統上線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謝謝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聯絡資訊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再生廠智慧製造</a:t>
            </a:r>
          </a:p>
          <a:p>
            <a:pPr lvl="0"/>
            <a:r>
              <a:rPr/>
              <a:t>需求規格書：SMAI-PRD-2024-001</a:t>
            </a:r>
          </a:p>
          <a:p>
            <a:pPr lvl="0"/>
            <a:r>
              <a:rPr/>
              <a:t>POC 報告：SMAI-POC-2024-001</a:t>
            </a:r>
          </a:p>
          <a:p>
            <a:pPr lvl="0"/>
            <a:r>
              <a:rPr/>
              <a:t>設備介面規格：SMAI-IFS-2024-001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製程視覺 AI 分析系統</dc:title>
  <dc:creator>再生廠智慧製造</dc:creator>
  <cp:keywords/>
  <dcterms:created xsi:type="dcterms:W3CDTF">2026-01-30T01:27:57Z</dcterms:created>
  <dcterms:modified xsi:type="dcterms:W3CDTF">2026-01-30T01:27:57Z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2024-01-15</vt:lpwstr>
  </property>
  <property fmtid="{D5CDD505-2E9C-101B-9397-08002B2CF9AE}" pid="3" name="subtitle">
    <vt:lpwstr>整合提案簡報</vt:lpwstr>
  </property>
</Properties>
</file>